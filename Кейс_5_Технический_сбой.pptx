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10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№11 · Задание №1 · Анализ кризисной ситуации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№5: «Технический сбой»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Причины, прогноз последствий и меры стабилизации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Стартап в информационных технологиях</a:t>
            </a:r>
            <a:endParaRPr lang="en-US" sz="1400" dirty="0"/>
          </a:p>
          <a:p>
            <a:r>
              <a:rPr lang="ru-RU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r>
              <a:rPr lang="en-US" sz="1400" dirty="0" err="1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руппа</a:t>
            </a:r>
            <a:r>
              <a:rPr lang="en-US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ЭФБО-04-23</a:t>
            </a:r>
            <a:r>
              <a:rPr lang="ru-RU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Климентьев В.С., Лобачев Г.А., Гульницкий В.И., Жирнов Н.В., Ткаченко А.В. </a:t>
            </a:r>
            <a:endParaRPr lang="en-US" sz="1400" dirty="0">
              <a:solidFill>
                <a:srgbClr val="D0D8E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Диагностика ситуации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произошло. </a:t>
            </a: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выпуска обновления продукт перестал работать у части пользователей. Отзывы негативные, команда ищет причину.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743200"/>
          </a:xfrm>
          <a:prstGeom prst="rect">
            <a:avLst/>
          </a:prstGeom>
          <a:solidFill>
            <a:srgbClr val="EEF2F6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202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Ранние сигналы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обращений в поддержку и негативных отзывов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активных сессий и конверсии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Всплеск ошибок в логах и мониторинге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Упоминания сбоя в соцсетях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4023360" cy="274320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9202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выяснить за первый час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доля пользователей затронута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платформы, версии и регионы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общего у затронутых (общий признак)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Затронуты ли данные и платежи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Вероятные причины сбоя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затронул лишь часть пользователей, значит, дело в условиях, а не в продукте целиком.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EEF2F6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Недостаточное регрессионное тестирование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поэтапной выкатки (canary, feature flags)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Несовместимые миграции БД или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быстрого плана отката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 мониторинг и алерты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EEF2F6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/ окружение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Особые версии ОС, браузеров и устройств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стороннего сервиса или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Региональные ограничения, CDN, кэш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Нетипичные данные у части пользователей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Прогноз последствий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Сфера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мер (1–2 недели)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Вероятность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Пользователи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Отток, удаление приложения, рост негативных оценок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Падение конверсии и платежей, возвраты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Репутация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Отзывы в сторах и соцсетях, потеря доверия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Стресс, хаотичная работа, выгорание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Срыв планов по привлечению, проблемы у инвесторов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быстрой реакции (в течение суток) большую часть ущерба можно предотвратить.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Меры стабилизации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7315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ч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005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руководителя инцидента, открыть общий канал, оценить масштаб по мониторингу и логам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371600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874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ч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87452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Откатить обновление или отключить проблемную функцию (feature flag); при невозможности выпустить хотфикс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24 ч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7432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восстановление, проверить затронутые данные; статус на сайте и в соцсетях; личные ответы пострадавшим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371600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611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нед.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6118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без поиска виноватых (postmortem), поэтапная выкатка, автотесты и алерты, компенсация (бонус, продление)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Коммуникация и выводы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01752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972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и что сообщать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Пользователям: признаём проблему, называем сроки, обновляем статус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Команде: чёткие роли и один источник правды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Инвесторам и партнёрам: короткий отчёт с планом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обещать лишнего и не скрывать факты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017520"/>
          </a:xfrm>
          <a:prstGeom prst="rect">
            <a:avLst/>
          </a:prstGeom>
          <a:solidFill>
            <a:srgbClr val="EEF2F6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0972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восстановления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пользователей без ошибок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обращений в поддержку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устранения сбоя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и тональность отзывов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сбой превращается в кризис доверия, если реагировать медленно. Быстрый откат, честная коммуникация и поэтапные релизы превращают его в урок и повышают устойчивость продукта.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461</Words>
  <Application>Microsoft Office PowerPoint</Application>
  <PresentationFormat>Экран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Вадим Гульницкий</cp:lastModifiedBy>
  <cp:revision>2</cp:revision>
  <dcterms:created xsi:type="dcterms:W3CDTF">2026-10-06T10:02:53Z</dcterms:created>
  <dcterms:modified xsi:type="dcterms:W3CDTF">2026-10-06T10:18:28Z</dcterms:modified>
</cp:coreProperties>
</file>