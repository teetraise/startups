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16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69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Balb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гипотезы ценностного предложения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конкурентных решений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платформа для групповых игр и саморефлексии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429768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429768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429768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Growth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429768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Хаос на тусовке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 с кем говорить, кто-то зажимается и выпадает из общения. Нет структуры — одни говорят за всех,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олчат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в играх могут возникать споры об очередности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743200" cy="347472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43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Тишина во время социальных связей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3756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Бывают ситуации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разговор не складывается или уже не знаешь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какую тему обсудить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наоборот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очень малознаком с человеком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но хочешь его интерактивно раскрыть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005840"/>
            <a:ext cx="2743200" cy="347472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43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Одиночкам некуда идти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210312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BuzzFeed — поверхностны. Психологические опросники — занудны. Нет золотой середины между развлечением и смыслом.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Сигнал: категории «Игры» и «Развлечения» входят в топ-5 самых популярных в App Store глобально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Целевой сегмент и Персона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ru-RU" dirty="0"/>
              <a:t>к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Персона: Алекс, 21 год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Студент, организатор тусовок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258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Где: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Крупный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7340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Собрались компанией, нужно чем заняться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3209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Текущее: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Карточки, рандомная кнопка в телефоне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36850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Боль: </a:t>
            </a: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Споры, кто-то зажимается, скучно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005840"/>
            <a:ext cx="4297680" cy="384048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JTBD — Jobs To Be Done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1600200"/>
            <a:ext cx="4114800" cy="960120"/>
          </a:xfrm>
          <a:prstGeom prst="rect">
            <a:avLst/>
          </a:prstGeom>
          <a:solidFill>
            <a:srgbClr val="12132A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160020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16276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мы собрались компанией и не знаем чем заняться → я хочу быстро запустить игру → чтобы не тратить время на организацию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2651760"/>
            <a:ext cx="4114800" cy="960120"/>
          </a:xfrm>
          <a:prstGeom prst="rect">
            <a:avLst/>
          </a:prstGeom>
          <a:solidFill>
            <a:srgbClr val="12132A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265176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6791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я один и хочу чем-то осмысленным заняться → я хочу пройти умный тест → чтобы узнать что-то о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ru-RU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посаморефлексировать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703320"/>
            <a:ext cx="4114800" cy="960120"/>
          </a:xfrm>
          <a:prstGeom prst="rect">
            <a:avLst/>
          </a:prstGeom>
          <a:solidFill>
            <a:srgbClr val="12132A"/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370332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7307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организую вечеринку → я хочу создать свою подборку вопросов → чтобы игра была персональной для нашей компании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Инсайты и гипотезы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инсайты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пользователей хочет создавать контент, а большинство — потреблять. 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029968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482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вирусный TikTok-момент меняет траекторию роста приложения полностью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688336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066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хотят создавать контент под свою компанию — UGC не опция, а ядро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346704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649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Одиночный режим снижает барьер входа: приложение полезно без компании рядом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005072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Шеринг результата теста — мост между одиночкой и групповым режимом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ТОП-3 гипотезы для проверки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4297680" cy="109728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417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Социальный клей: Пользователи открывают приложение не ради игры, а ради структуры общения — чтобы растопить лёд в новой компании, заполнить тишину или дать каждому участнику «разрешение» говорить.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945557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ru-RU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Проверка: в интервью ≥ 7 из 10 называют неловкость/тишину как главный триггер запуска.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560320"/>
            <a:ext cx="4297680" cy="109728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606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Вечеринка как контекст: Групповые форматы (правда или действие, вопросы на знакомство) востребованы именно на вечеринках и неформальных встречах — это самый частый и воспроизводимый сценарий запуска.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132162"/>
            <a:ext cx="4023360" cy="662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ru-RU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 ≥ 60% сессий запускаются в компании 3+ человек в вечернее время. 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749040"/>
            <a:ext cx="4297680" cy="109728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9160" y="37947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3) Тяга к качественным тестам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4251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ru-RU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юзер интервью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конкурентных решений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960120"/>
            <a:ext cx="12801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960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Мультитач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960120"/>
            <a:ext cx="12801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960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UGC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960120"/>
            <a:ext cx="1645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Одиночный режим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96012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Монетизация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201168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17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Chooser!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1417320"/>
            <a:ext cx="128016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417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1417320"/>
            <a:ext cx="128016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4173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417320"/>
            <a:ext cx="164592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4173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1417320"/>
            <a:ext cx="201168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417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1892808"/>
            <a:ext cx="201168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8928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Up!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1892808"/>
            <a:ext cx="128016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189280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0" y="1892808"/>
            <a:ext cx="128016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89280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83480" y="1892808"/>
            <a:ext cx="164592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89280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75120" y="1892808"/>
            <a:ext cx="201168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8928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паки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2368296"/>
            <a:ext cx="201168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3682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the Bottle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31720" y="2368296"/>
            <a:ext cx="128016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236829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0" y="2368296"/>
            <a:ext cx="128016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36829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83480" y="2368296"/>
            <a:ext cx="164592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236829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675120" y="2368296"/>
            <a:ext cx="201168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23682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2843784"/>
            <a:ext cx="201168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8437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Kahoot!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2843784"/>
            <a:ext cx="128016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84378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657600" y="2843784"/>
            <a:ext cx="128016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284378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983480" y="2843784"/>
            <a:ext cx="164592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284378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675120" y="2843784"/>
            <a:ext cx="2011680" cy="438912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28437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B2B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74320" y="3319272"/>
            <a:ext cx="201168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3192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BuzzFeed тесты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331720" y="3319272"/>
            <a:ext cx="128016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331927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657600" y="3319272"/>
            <a:ext cx="128016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0" y="331927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983480" y="3319272"/>
            <a:ext cx="164592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83480" y="33192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675120" y="3319272"/>
            <a:ext cx="2011680" cy="438912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33192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74320" y="3794760"/>
            <a:ext cx="20116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794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Balb 🟣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331720" y="3794760"/>
            <a:ext cx="12801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37947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657600" y="3794760"/>
            <a:ext cx="12801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0" y="37947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983480" y="3794760"/>
            <a:ext cx="16459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83480" y="37947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675120" y="3794760"/>
            <a:ext cx="20116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75120" y="3794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Реклама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Пустота рынка: ни один конкурент не объединяет мультитач + UGC + одиночный режим в одном продукте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— TAM / SAM / SOM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32688"/>
            <a:ext cx="82296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4183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8448" y="94183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~115M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80360" y="96012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 — Молодёжь 16–30 по 5 странам (FR, SE, KZ, US, DE)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591056"/>
            <a:ext cx="6217920" cy="594360"/>
          </a:xfrm>
          <a:prstGeom prst="rect">
            <a:avLst/>
          </a:prstGeom>
          <a:solidFill>
            <a:srgbClr val="5B21B6">
              <a:alpha val="8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6002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95728" y="16002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~25M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77640" y="161848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 — Студенты в целевой группе (активные пользователи смартфонов)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249424"/>
            <a:ext cx="4114800" cy="5943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25856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84448" y="22585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~500K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66360" y="22768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 — Реалистичная доля через TikTok, горизонт 1–2 года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9260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Разбивка по странам (SAM — студенты в целевом возрасте)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375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Страна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47672" y="3337560"/>
            <a:ext cx="18288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47672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Молодёжь 16–30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03904" y="3337560"/>
            <a:ext cx="18288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Студенты (SAM)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0136" y="3337560"/>
            <a:ext cx="292608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0136" y="33375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Источник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164592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5760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Франция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47672" y="3657600"/>
            <a:ext cx="182880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47672" y="365760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12 231 000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03904" y="3657600"/>
            <a:ext cx="182880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365760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2 956 667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0136" y="3657600"/>
            <a:ext cx="292608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0136" y="3657600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INSEE, CampusFrance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913632"/>
            <a:ext cx="164592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91363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🇸🇪 Швеция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47672" y="3913632"/>
            <a:ext cx="182880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47672" y="391363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1 847 859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03904" y="3913632"/>
            <a:ext cx="182880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3904" y="391363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248 138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0136" y="3913632"/>
            <a:ext cx="292608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0136" y="391363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Statista, Erudera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169664"/>
            <a:ext cx="164592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16966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🇰🇿 Казахстан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947672" y="4169664"/>
            <a:ext cx="182880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47672" y="416966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3 747 090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03904" y="4169664"/>
            <a:ext cx="182880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03904" y="416966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588 276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0136" y="4169664"/>
            <a:ext cx="292608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0136" y="416966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stat.gov.kz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425696"/>
            <a:ext cx="164592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425696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США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947672" y="4425696"/>
            <a:ext cx="182880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47672" y="442569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69 074 124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03904" y="4425696"/>
            <a:ext cx="182880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03904" y="442569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18 400 000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60136" y="4425696"/>
            <a:ext cx="2926080" cy="246888"/>
          </a:xfrm>
          <a:prstGeom prst="rect">
            <a:avLst/>
          </a:prstGeom>
          <a:solidFill>
            <a:srgbClr val="12132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0136" y="4425696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Neilsberg, BestColleges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4681728"/>
            <a:ext cx="164592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681728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Германия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947672" y="4681728"/>
            <a:ext cx="182880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47672" y="468172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10 965 320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803904" y="4681728"/>
            <a:ext cx="182880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03904" y="468172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2 864 122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660136" y="4681728"/>
            <a:ext cx="2926080" cy="246888"/>
          </a:xfrm>
          <a:prstGeom prst="rect">
            <a:avLst/>
          </a:prstGeom>
          <a:solidFill>
            <a:srgbClr val="1E1F3A"/>
          </a:solidFill>
          <a:ln w="12700">
            <a:solidFill>
              <a:srgbClr val="2A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0136" y="4681728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Statista, CHE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bottom-up (кол-во студентов × ARPU $1.2/год). Допущение: 2% конверсия в платящих.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сейчас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60520" cy="173736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70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Офлайн-ренессанс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пандемии люди активно возвращаются к живому общению и ищут новые форматы для встреч.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0584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887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70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 как канал роста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166420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Игровые приложения взлетают через один вирусный ролик. Механика Balb визуально эффектна — идеальна для контента.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97180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5468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1363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UGC-культура на пике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363016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Gen Z хочет создавать, а не только потреблять. Открытый UGC делает платформу живой.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97180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5468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1363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Тренд на саморефлексию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63016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18–30 активно интересуется ментальным здоровьем — «умные тесты» органично вписываются в тренд.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Монетизация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функционал бесплатно — низкий барьер входа. Весь групповой и одиночный режим доступен без оплаты.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1E1F3A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Реклама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93776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реклама подключается при достижении MAU 100K+. Международный рынок — CPM в 5–10× выше российского.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937760" y="41148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3776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100K+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Логика роста: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74320" y="45720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E1F3A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4572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Одиночка проходит тест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82880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2011680" y="45720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E1F3A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11680" y="4572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Делится результатом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56616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749040" y="45720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E1F3A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49040" y="4572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скачивает Balb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30352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0" y="45720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E1F3A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0" y="4572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Играют вместе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04088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7223760" y="45720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223760" y="4572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Снимают TikTok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795</Words>
  <Application>Microsoft Macintosh PowerPoint</Application>
  <PresentationFormat>On-screen Show 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Balb — Pitch Deck</dc:title>
  <dc:subject>PptxGenJS Presentation</dc:subject>
  <dc:creator>PptxGenJS</dc:creator>
  <cp:lastModifiedBy>User</cp:lastModifiedBy>
  <cp:revision>2</cp:revision>
  <dcterms:created xsi:type="dcterms:W3CDTF">2026-03-17T08:30:14Z</dcterms:created>
  <dcterms:modified xsi:type="dcterms:W3CDTF">2026-03-17T09:59:12Z</dcterms:modified>
</cp:coreProperties>
</file>