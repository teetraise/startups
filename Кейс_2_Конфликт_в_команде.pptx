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03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F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занятие №9 · Задание №1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№2: «Конфликт в команде»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Принятие решений и анализ рисков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Дисциплина: Стартап в информационных технологиях</a:t>
            </a:r>
            <a:endParaRPr lang="en-US" sz="1400" dirty="0"/>
          </a:p>
          <a:p>
            <a:r>
              <a:rPr lang="ru-RU" sz="1400" dirty="0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</a:t>
            </a:r>
            <a:r>
              <a:rPr lang="en-US" sz="1400" dirty="0" err="1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руппа</a:t>
            </a:r>
            <a:r>
              <a:rPr lang="en-US" sz="1400" dirty="0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ЭФБО-04-23</a:t>
            </a:r>
            <a:r>
              <a:rPr lang="ru-RU" sz="1400" dirty="0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Климентьев В.С., Лобачев Г.А., Гульницкий В.И., Жирнов Н.В., Ткаченко А.В</a:t>
            </a:r>
            <a:r>
              <a:rPr lang="ru-RU" sz="1400">
                <a:solidFill>
                  <a:srgbClr val="D0D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400">
              <a:solidFill>
                <a:srgbClr val="D0D8E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Определение проблемы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Ситуация. </a:t>
            </a: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члены команды стартапа не могут договориться о развитии продукта: одни за быстрый выпуск новых функций, другие за доработку ядра и качества.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</a:t>
            </a: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единого видения продукта и прозрачного способа принимать спорные решения.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замедление разработки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выгорание и потеря мотивации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 ключевых участников и распад команды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доверия клиентов и инвесторов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решения: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сохранить команду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единое направление развития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вернуть темп разработки в ближайшие 2 недели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SWOT-анализ ситуации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874520"/>
          </a:xfrm>
          <a:prstGeom prst="rect">
            <a:avLst/>
          </a:prstGeom>
          <a:solidFill>
            <a:srgbClr val="EEF2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4023360" cy="3657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(S)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с экспертизой и вовлечённостью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 идёт о продукте, а не о личностях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общая цель: успех стартапа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874520"/>
          </a:xfrm>
          <a:prstGeom prst="rect">
            <a:avLst/>
          </a:prstGeom>
          <a:solidFill>
            <a:srgbClr val="EEF2F6"/>
          </a:solidFill>
          <a:ln w="19050">
            <a:solidFill>
              <a:srgbClr val="E76F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(W)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процесса принятия решений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распределены зоны ответственности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единой продуктовой стратегии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874520"/>
          </a:xfrm>
          <a:prstGeom prst="rect">
            <a:avLst/>
          </a:prstGeom>
          <a:solidFill>
            <a:srgbClr val="EEF2F6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4023360" cy="3657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Возможности (O)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747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Выработать общие правила и приоритизацию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 лучшие идеи из обеих позиций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Привлечь ментора как медиатора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1874520"/>
          </a:xfrm>
          <a:prstGeom prst="rect">
            <a:avLst/>
          </a:prstGeom>
          <a:solidFill>
            <a:srgbClr val="EEF2F6"/>
          </a:solidFill>
          <a:ln w="19050">
            <a:solidFill>
              <a:srgbClr val="44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017520"/>
            <a:ext cx="4023360" cy="365760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Угрозы (T)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34747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 ключевых участников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Срыв сроков и MVP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конкурентов раньше нас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Альтернативные решения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058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Фасилитированная встреча и единый roadmap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325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Нейтральная встреча (ментор или модератор), фиксация целей, приоритизация функций по критериям (RICE, MoSCoW), назначение владельца продукта.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65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«сверху»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2860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или CEO единолично выбирает направление развития.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9260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46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голосует по спорным вопросам, решение принимается большинством.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640080" cy="64008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862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или выход участника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2062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Расставание с участником, чья позиция блокирует работу, и поиск замены.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Оценка рисков: матрица и реестр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868680" cy="868680"/>
          </a:xfrm>
          <a:prstGeom prst="rect">
            <a:avLst/>
          </a:prstGeom>
          <a:solidFill>
            <a:srgbClr val="BFE3D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1325880"/>
            <a:ext cx="868680" cy="868680"/>
          </a:xfrm>
          <a:prstGeom prst="rect">
            <a:avLst/>
          </a:prstGeom>
          <a:solidFill>
            <a:srgbClr val="FBE3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325880"/>
            <a:ext cx="868680" cy="868680"/>
          </a:xfrm>
          <a:prstGeom prst="rect">
            <a:avLst/>
          </a:prstGeom>
          <a:solidFill>
            <a:srgbClr val="F4A99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94560"/>
            <a:ext cx="868680" cy="868680"/>
          </a:xfrm>
          <a:prstGeom prst="rect">
            <a:avLst/>
          </a:prstGeom>
          <a:solidFill>
            <a:srgbClr val="BFE3D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2194560"/>
            <a:ext cx="868680" cy="868680"/>
          </a:xfrm>
          <a:prstGeom prst="rect">
            <a:avLst/>
          </a:prstGeom>
          <a:solidFill>
            <a:srgbClr val="FBE3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194560"/>
            <a:ext cx="868680" cy="868680"/>
          </a:xfrm>
          <a:prstGeom prst="rect">
            <a:avLst/>
          </a:prstGeom>
          <a:solidFill>
            <a:srgbClr val="FBE3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63240"/>
            <a:ext cx="868680" cy="868680"/>
          </a:xfrm>
          <a:prstGeom prst="rect">
            <a:avLst/>
          </a:prstGeom>
          <a:solidFill>
            <a:srgbClr val="BFE3D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3063240"/>
            <a:ext cx="868680" cy="868680"/>
          </a:xfrm>
          <a:prstGeom prst="rect">
            <a:avLst/>
          </a:prstGeom>
          <a:solidFill>
            <a:srgbClr val="BFE3D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3063240"/>
            <a:ext cx="868680" cy="868680"/>
          </a:xfrm>
          <a:prstGeom prst="rect">
            <a:avLst/>
          </a:prstGeom>
          <a:solidFill>
            <a:srgbClr val="BFE3D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8308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1325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977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→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↑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005840"/>
          <a:ext cx="493776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Риск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В×П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Стратегия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Уход ключевых участников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2×3=6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Снижение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Срыв сроков разработки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3×3=9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Снижение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Ошибочные решения по продукту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2×2=4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Снижение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Падение мотивации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3×2=6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Снижение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Потеря доверия инвесторов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1×3=3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Принятие / мониторинг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3749040" y="39319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Шкалы 1–3: вероятность (низкая, средняя, высокая) и влияние (малое, среднее, критическое). Приоритет: R2 &gt; R1 = R4 &gt; R3 &gt; R5.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Выбор оптимального решения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75488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Критерий (1–5)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Устранение причины конфликта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Затраты ресурсов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Сохранение команды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E3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4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1005840"/>
            <a:ext cx="3200400" cy="3383280"/>
          </a:xfrm>
          <a:prstGeom prst="rect">
            <a:avLst/>
          </a:prstGeom>
          <a:solidFill>
            <a:srgbClr val="EEF2F6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23560" y="109728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Выбор: вариант 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Решает причину конфликта, а не симптом.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 команду и доверие.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правила на будущее.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Запасной путь: если согласия нет, решение по голосованию (C) или слово владельца продукта.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План внедрения и мониторинг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5448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1–2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00584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Индивидуальные беседы: выяснить позиции и интересы каждого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55448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691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3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169164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встреча с модератором: цели, метрики успеха, приоритизация функций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55448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3774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4–5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237744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Назначить владельца продукта, зафиксировать roadmap и правила принятия решений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155448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063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Недели 2–4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06324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Еженедельные ретро, трекинг скорости разработки и настроения команды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55448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374904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оценка рисков R1–R5 и обновление реестра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</a:t>
            </a: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 управляем, если заменить спор о позициях прозрачным процессом принятия решений.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</Words>
  <Application>Microsoft Office PowerPoint</Application>
  <PresentationFormat>Экран (16:9)</PresentationFormat>
  <Paragraphs>135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Вадим Гульницкий</cp:lastModifiedBy>
  <cp:revision>2</cp:revision>
  <dcterms:created xsi:type="dcterms:W3CDTF">2026-10-06T10:00:53Z</dcterms:created>
  <dcterms:modified xsi:type="dcterms:W3CDTF">2026-10-06T10:18:26Z</dcterms:modified>
</cp:coreProperties>
</file>